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Certification &amp; Licensing of IT Professionals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By: ______</a:t>
            </a:r>
          </a:p>
        </p:txBody>
      </p:sp>
      <p:sp>
        <p:nvSpPr>
          <p:cNvPr id="4" name="Oval 3"/>
          <p:cNvSpPr/>
          <p:nvPr/>
        </p:nvSpPr>
        <p:spPr>
          <a:xfrm>
            <a:off x="5486400" y="1371600"/>
            <a:ext cx="914400" cy="914400"/>
          </a:xfrm>
          <a:prstGeom prst="ellipse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IT influences all sectors</a:t>
            </a:r>
          </a:p>
          <a:p>
            <a:pPr>
              <a:defRPr sz="2400"/>
            </a:pPr>
            <a:r>
              <a:t>Professional accountability essential</a:t>
            </a:r>
          </a:p>
          <a:p>
            <a:pPr>
              <a:defRPr sz="2400"/>
            </a:pPr>
            <a:r>
              <a:t>Licensing &amp; certification ensure quality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