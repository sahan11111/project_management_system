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9711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TRIBHUVAN UNIVERSITY | NIST COLLEGE, BANEPA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Internship Report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Tukee Foundation Backend System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3657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37744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Sahan Takhachhen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0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101402099  |  BCA, 7th Semester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0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Mr. Samish Shrestha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0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Organization: Mindrisers Tech  |  January 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720840" y="1373293"/>
            <a:ext cx="2286000" cy="109389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</p:sp>
      <p:sp>
        <p:nvSpPr>
          <p:cNvPr id="10" name="Text 8"/>
          <p:cNvSpPr/>
          <p:nvPr/>
        </p:nvSpPr>
        <p:spPr>
          <a:xfrm>
            <a:off x="6858000" y="19202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6214" y="24155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12</a:t>
            </a:r>
            <a:r>
              <a:rPr lang="en-US" sz="1000" baseline="30000" dirty="0">
                <a:solidFill>
                  <a:srgbClr val="A8D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1000" dirty="0">
                <a:solidFill>
                  <a:srgbClr val="A8D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Oct 2025– 12</a:t>
            </a:r>
            <a:r>
              <a:rPr lang="en-US" sz="1000" baseline="30000" dirty="0">
                <a:solidFill>
                  <a:srgbClr val="A8D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1000" dirty="0">
                <a:solidFill>
                  <a:srgbClr val="A8D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Jan 2026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F67253E-7405-4803-90A8-ABAF6DAEED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6214" y="1459418"/>
            <a:ext cx="912942" cy="91294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1B29FE5-D96D-4620-AD86-8A36B52D43C1}"/>
              </a:ext>
            </a:extLst>
          </p:cNvPr>
          <p:cNvSpPr txBox="1"/>
          <p:nvPr/>
        </p:nvSpPr>
        <p:spPr>
          <a:xfrm>
            <a:off x="7407370" y="1749213"/>
            <a:ext cx="2011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Mindrisers</a:t>
            </a:r>
            <a:r>
              <a:rPr lang="en-US" dirty="0"/>
              <a:t> 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206240" cy="1051560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64008" cy="10515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1005840"/>
            <a:ext cx="594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5568" y="111556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Overview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5568" y="15361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objectives &amp; introduction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37760" y="1005840"/>
            <a:ext cx="4206240" cy="1051560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10" name="Shape 8"/>
          <p:cNvSpPr/>
          <p:nvPr/>
        </p:nvSpPr>
        <p:spPr>
          <a:xfrm>
            <a:off x="4937760" y="1005840"/>
            <a:ext cx="64008" cy="10515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1" name="Text 9"/>
          <p:cNvSpPr/>
          <p:nvPr/>
        </p:nvSpPr>
        <p:spPr>
          <a:xfrm>
            <a:off x="5047488" y="1005840"/>
            <a:ext cx="594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687568" y="111556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Profile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87568" y="15361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Mindrisers Tech &amp; department details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4206240" cy="1051560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2240280"/>
            <a:ext cx="64008" cy="10515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2240280"/>
            <a:ext cx="594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15568" y="23500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Background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15568" y="27706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existing systems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2240280"/>
            <a:ext cx="4206240" cy="1051560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7760" y="2240280"/>
            <a:ext cx="64008" cy="10515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1" name="Text 19"/>
          <p:cNvSpPr/>
          <p:nvPr/>
        </p:nvSpPr>
        <p:spPr>
          <a:xfrm>
            <a:off x="5047488" y="2240280"/>
            <a:ext cx="594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687568" y="23500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Activities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87568" y="27706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log &amp; roles &amp; responsibilities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474720"/>
            <a:ext cx="4206240" cy="1051560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" y="3474720"/>
            <a:ext cx="64008" cy="10515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" y="3474720"/>
            <a:ext cx="594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115568" y="35844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15568" y="40050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Tukee Foundation Backend System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37760" y="3474720"/>
            <a:ext cx="4206240" cy="1051560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30" name="Shape 28"/>
          <p:cNvSpPr/>
          <p:nvPr/>
        </p:nvSpPr>
        <p:spPr>
          <a:xfrm>
            <a:off x="4937760" y="3474720"/>
            <a:ext cx="64008" cy="10515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1" name="Text 29"/>
          <p:cNvSpPr/>
          <p:nvPr/>
        </p:nvSpPr>
        <p:spPr>
          <a:xfrm>
            <a:off x="5047488" y="3474720"/>
            <a:ext cx="594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687568" y="35844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Outcomes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687568" y="40050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 &amp; skills gained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3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754880" cy="3657600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515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Program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4480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BCA internship program bridges the gap between academic learning and real-world industry practice.
</a:t>
            </a:r>
            <a:r>
              <a:rPr lang="en-US" sz="1200" b="1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</a:t>
            </a:r>
            <a:r>
              <a:rPr lang="en-US" sz="120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 minimum / 300 working hours
</a:t>
            </a:r>
            <a:r>
              <a:rPr lang="en-US" sz="1200" b="1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Position: </a:t>
            </a:r>
            <a:r>
              <a:rPr lang="en-US" sz="120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Developer Intern at Mindrisers Tech
</a:t>
            </a:r>
            <a:r>
              <a:rPr lang="en-US" sz="1200" b="1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</a:t>
            </a:r>
            <a:r>
              <a:rPr lang="en-US" sz="120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12th October 2025 – 12th January 2026
</a:t>
            </a:r>
            <a:r>
              <a:rPr lang="en-US" sz="1200" b="1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Project: </a:t>
            </a:r>
            <a:r>
              <a:rPr lang="en-US" sz="120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Tukee Foundation Backend System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0" y="960120"/>
            <a:ext cx="329184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577840" y="1005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577840" y="1371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Hours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0" y="1874520"/>
            <a:ext cx="3291840" cy="7772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5577840" y="1920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Weeks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57784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Duration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0" y="2788920"/>
            <a:ext cx="329184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577840" y="2834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hrs/day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57784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Work Schedule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0" y="3703320"/>
            <a:ext cx="3291840" cy="7772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5577840" y="3749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– Fri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577840" y="4114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Days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Profile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Mindrisers Tech — Kathmandu, Nepal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well-established IT company (51–200 employees) providing software development services and IT training programs, helping bridge the gap between academic learning and industry practice.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965960"/>
            <a:ext cx="4114800" cy="502920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965960"/>
            <a:ext cx="54864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9659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Development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965960"/>
            <a:ext cx="4114800" cy="502920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965960"/>
            <a:ext cx="54864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9659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Development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624328"/>
            <a:ext cx="4114800" cy="502920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2624328"/>
            <a:ext cx="54864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62432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 (Django/DRF)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624328"/>
            <a:ext cx="4114800" cy="502920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2624328"/>
            <a:ext cx="54864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62432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Software Development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82696"/>
            <a:ext cx="4114800" cy="502920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3282696"/>
            <a:ext cx="54864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28269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282696"/>
            <a:ext cx="4114800" cy="502920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22" name="Shape 20"/>
          <p:cNvSpPr/>
          <p:nvPr/>
        </p:nvSpPr>
        <p:spPr>
          <a:xfrm>
            <a:off x="4754880" y="3282696"/>
            <a:ext cx="54864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328269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Solutions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941064"/>
            <a:ext cx="4114800" cy="502920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" y="3941064"/>
            <a:ext cx="54864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94106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Management Systems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941064"/>
            <a:ext cx="4114800" cy="502920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28" name="Shape 26"/>
          <p:cNvSpPr/>
          <p:nvPr/>
        </p:nvSpPr>
        <p:spPr>
          <a:xfrm>
            <a:off x="4754880" y="3941064"/>
            <a:ext cx="54864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394106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IT Training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3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Activities — Weekly Log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66928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64008" cy="56692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1440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91440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12–25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14600" y="91440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Orientation, Dev environment setup, Python &amp; OOP fundamentals, Git/GitHub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841248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572768"/>
            <a:ext cx="64008" cy="56692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72768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3–4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34440" y="157276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26–Nov 8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14600" y="1572768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framework, MVT architecture, URL routing, models, ORM &amp; PostgreSQL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231136"/>
            <a:ext cx="8412480" cy="566928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2231136"/>
            <a:ext cx="64008" cy="56692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231136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5–6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34440" y="223113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9–22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14600" y="2231136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Framework, Serializers, API views, JWT authentication, RBAC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889504"/>
            <a:ext cx="841248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" y="2889504"/>
            <a:ext cx="64008" cy="56692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889504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7–8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34440" y="288950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23–Dec 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14600" y="2889504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OTP, reCAPTCHA, Redis caching, rate limiting, microservices overview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547872"/>
            <a:ext cx="8412480" cy="566928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" y="3547872"/>
            <a:ext cx="64008" cy="56692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547872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9–10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234440" y="354787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7–20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514600" y="3547872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Tukee Foundation System: requirement analysis, admin APIs, public GET APIs, Swagger docs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206240"/>
            <a:ext cx="841248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365760" y="4206240"/>
            <a:ext cx="64008" cy="56692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420624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11–12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234440" y="420624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21–Jan 12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514600" y="420624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Chocolate project, eSewa payment integration, final testing &amp; report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Tukee Foundation Backend System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Project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4846320" cy="2377440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2588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 and structured backend platform for the Tukee Foundation NGO. Administrators manage and publish organizational content through an admin panel, while the public accesses information via read-only APIs.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using Django REST Framework with PostgreSQL as the primary database, Redis for caching, and JWT-based authentication for secure access control.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394960" y="8961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94960" y="1261872"/>
            <a:ext cx="3474720" cy="329184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9" name="Shape 7"/>
          <p:cNvSpPr/>
          <p:nvPr/>
        </p:nvSpPr>
        <p:spPr>
          <a:xfrm>
            <a:off x="5440680" y="1353312"/>
            <a:ext cx="155448" cy="1554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0" y="126187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Admin-only content creation &amp; management APIs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94960" y="1645920"/>
            <a:ext cx="34747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5440680" y="1737360"/>
            <a:ext cx="155448" cy="1554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0" y="164592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read-only GET APIs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94960" y="2029968"/>
            <a:ext cx="3474720" cy="329184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15" name="Shape 13"/>
          <p:cNvSpPr/>
          <p:nvPr/>
        </p:nvSpPr>
        <p:spPr>
          <a:xfrm>
            <a:off x="5440680" y="2121408"/>
            <a:ext cx="155448" cy="1554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0" y="202996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Djoser authentication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94960" y="2414016"/>
            <a:ext cx="34747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5440680" y="2505456"/>
            <a:ext cx="155448" cy="1554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0" y="241401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database integration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94960" y="2798064"/>
            <a:ext cx="3474720" cy="329184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21" name="Shape 19"/>
          <p:cNvSpPr/>
          <p:nvPr/>
        </p:nvSpPr>
        <p:spPr>
          <a:xfrm>
            <a:off x="5440680" y="2889504"/>
            <a:ext cx="155448" cy="1554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0" y="279806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 &amp; performance optimization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94960" y="3182112"/>
            <a:ext cx="34747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5440680" y="3273552"/>
            <a:ext cx="155448" cy="1554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0" y="31821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OTP verification (SMTP)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94960" y="3566160"/>
            <a:ext cx="3474720" cy="329184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27" name="Shape 25"/>
          <p:cNvSpPr/>
          <p:nvPr/>
        </p:nvSpPr>
        <p:spPr>
          <a:xfrm>
            <a:off x="5440680" y="3657600"/>
            <a:ext cx="155448" cy="1554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0" y="356616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 OpenAPI documentation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394960" y="3950208"/>
            <a:ext cx="34747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5440680" y="4041648"/>
            <a:ext cx="155448" cy="1554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0" y="395020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3840480"/>
            <a:ext cx="8412480" cy="594360"/>
          </a:xfrm>
          <a:prstGeom prst="rect">
            <a:avLst/>
          </a:prstGeom>
          <a:solidFill>
            <a:srgbClr val="1B2A35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38404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737360" y="384048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 •  DRF  •  PostgreSQL  •  Redis  •  JWT  •  Djoser  •  Swagger  •  React (Frontend)  •  Postman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3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Design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06040" cy="1691640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60120"/>
            <a:ext cx="2606040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362456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endpoints, request validation, error handling, Swagger docs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606040" cy="1691640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0" y="960120"/>
            <a:ext cx="2606040" cy="34747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9601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10128" y="1362456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Djoser, user login/logout, role-based access control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960120"/>
            <a:ext cx="2606040" cy="1691640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5040" y="960120"/>
            <a:ext cx="2606040" cy="34747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9601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44768" y="1362456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validation, request processing, notification triggers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2606040" cy="1691640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2880360"/>
            <a:ext cx="2606040" cy="34747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8803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Service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" y="3282696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eSewa payment gateway integration, secure callback handling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0" y="2880360"/>
            <a:ext cx="2606040" cy="1691640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0" y="2880360"/>
            <a:ext cx="2606040" cy="347472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0" y="28803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Service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10128" y="3282696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caching, rate limiting, OTP storage, session management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35040" y="2880360"/>
            <a:ext cx="2606040" cy="1691640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25" name="Shape 23"/>
          <p:cNvSpPr/>
          <p:nvPr/>
        </p:nvSpPr>
        <p:spPr>
          <a:xfrm>
            <a:off x="6035040" y="2880360"/>
            <a:ext cx="2606040" cy="34747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0" y="28803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44768" y="3282696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via Django ORM, structured data integrity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Methodology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SDLC Model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was developed in multiple increments — each build going through its own cycle of Design, Testing, and Implementation. This enabled continuous improvement and easy change incorporation.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286000" y="2423160"/>
            <a:ext cx="256032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920240"/>
            <a:ext cx="192024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19202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1920240" cy="2240280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51460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existing NGO systems, gathered user &amp; admin requirements, documented scope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34840" y="2423160"/>
            <a:ext cx="256032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3" name="Shape 11"/>
          <p:cNvSpPr/>
          <p:nvPr/>
        </p:nvSpPr>
        <p:spPr>
          <a:xfrm>
            <a:off x="2514600" y="1920240"/>
            <a:ext cx="192024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251460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017520" y="19202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14600" y="2423160"/>
            <a:ext cx="1920240" cy="2240280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17" name="Text 15"/>
          <p:cNvSpPr/>
          <p:nvPr/>
        </p:nvSpPr>
        <p:spPr>
          <a:xfrm>
            <a:off x="2606040" y="251460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DB models, API structure, system workflows; implemented using Django &amp; DRF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0" y="2423160"/>
            <a:ext cx="256032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9" name="Shape 17"/>
          <p:cNvSpPr/>
          <p:nvPr/>
        </p:nvSpPr>
        <p:spPr>
          <a:xfrm>
            <a:off x="4663440" y="1920240"/>
            <a:ext cx="192024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166360" y="19202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423160"/>
            <a:ext cx="1920240" cy="2240280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51460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Module-level testing, API validation, authentication &amp; authorization testing, integration tests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12280" y="1920240"/>
            <a:ext cx="192024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68122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315200" y="19202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12280" y="2423160"/>
            <a:ext cx="1920240" cy="2240280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28" name="Text 26"/>
          <p:cNvSpPr/>
          <p:nvPr/>
        </p:nvSpPr>
        <p:spPr>
          <a:xfrm>
            <a:off x="6903720" y="251460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stable increments; admin manages data, public accesses via read-only APIs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3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Responsibilities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804672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64008" cy="8046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96926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Development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12984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developed RESTful APIs using Django REST Framework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114800" cy="804672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914400"/>
            <a:ext cx="64008" cy="8046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919472" y="96926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19472" y="12984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models, managed migrations, and handled PostgreSQL data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874520"/>
            <a:ext cx="4114800" cy="804672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1874520"/>
            <a:ext cx="64008" cy="8046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192938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Security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" y="22585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JWT, Djoser, role-based access control, OTP verification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874520"/>
            <a:ext cx="4114800" cy="804672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1874520"/>
            <a:ext cx="64008" cy="8046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4919472" y="192938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19472" y="22585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all endpoints using Postman; validated data and error handling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834640"/>
            <a:ext cx="4114800" cy="804672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" y="2834640"/>
            <a:ext cx="64008" cy="8046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288950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Integration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" y="32186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backend APIs with the React.js frontend application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834640"/>
            <a:ext cx="4114800" cy="804672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25" name="Shape 23"/>
          <p:cNvSpPr/>
          <p:nvPr/>
        </p:nvSpPr>
        <p:spPr>
          <a:xfrm>
            <a:off x="4754880" y="2834640"/>
            <a:ext cx="64008" cy="8046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4919472" y="288950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&amp; Optimization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19472" y="32186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Participated in reviews and improved backend performance &amp; security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794760"/>
            <a:ext cx="4114800" cy="804672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29" name="Shape 27"/>
          <p:cNvSpPr/>
          <p:nvPr/>
        </p:nvSpPr>
        <p:spPr>
          <a:xfrm>
            <a:off x="365760" y="3794760"/>
            <a:ext cx="64008" cy="8046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530352" y="384962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0352" y="41788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API documentation with Swagger; prepared internship report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794760"/>
            <a:ext cx="4114800" cy="804672"/>
          </a:xfrm>
          <a:prstGeom prst="rect">
            <a:avLst/>
          </a:prstGeom>
          <a:solidFill>
            <a:srgbClr val="F0F7F8"/>
          </a:solidFill>
          <a:ln/>
        </p:spPr>
      </p:sp>
      <p:sp>
        <p:nvSpPr>
          <p:cNvPr id="33" name="Shape 31"/>
          <p:cNvSpPr/>
          <p:nvPr/>
        </p:nvSpPr>
        <p:spPr>
          <a:xfrm>
            <a:off x="4754880" y="3794760"/>
            <a:ext cx="64008" cy="8046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4" name="Text 32"/>
          <p:cNvSpPr/>
          <p:nvPr/>
        </p:nvSpPr>
        <p:spPr>
          <a:xfrm>
            <a:off x="4919472" y="384962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19472" y="41788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closely with mentors and development team in Agile manner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Learning Outcomes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8321040" cy="960120"/>
          </a:xfrm>
          <a:prstGeom prst="rect">
            <a:avLst/>
          </a:prstGeom>
          <a:solidFill>
            <a:srgbClr val="1E3A47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8686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Tukee Foundation Backend System was successfully developed at Mindrisers Tech, providing a secure REST API backend for NGO content management. The internship offered invaluable real-world exposure and accelerated professional growth in backend development.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 Outcomes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4023360" cy="502920"/>
          </a:xfrm>
          <a:prstGeom prst="rect">
            <a:avLst/>
          </a:prstGeom>
          <a:solidFill>
            <a:srgbClr val="1E3A47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450592"/>
            <a:ext cx="182880" cy="1828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2860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with Django &amp; DRF in a production environment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907792"/>
            <a:ext cx="4023360" cy="502920"/>
          </a:xfrm>
          <a:prstGeom prst="rect">
            <a:avLst/>
          </a:prstGeom>
          <a:solidFill>
            <a:srgbClr val="1E3A47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072384"/>
            <a:ext cx="182880" cy="1828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90779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Proficiency in RESTful API design, testing, and documentation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529584"/>
            <a:ext cx="4023360" cy="502920"/>
          </a:xfrm>
          <a:prstGeom prst="rect">
            <a:avLst/>
          </a:prstGeom>
          <a:solidFill>
            <a:srgbClr val="1E3A47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694176"/>
            <a:ext cx="182880" cy="1828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529584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&amp; role-based access control implementation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151376"/>
            <a:ext cx="4023360" cy="502920"/>
          </a:xfrm>
          <a:prstGeom prst="rect">
            <a:avLst/>
          </a:prstGeom>
          <a:solidFill>
            <a:srgbClr val="1E3A47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4315968"/>
            <a:ext cx="182880" cy="1828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15137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&amp; optimization using PostgreSQL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286000"/>
            <a:ext cx="4023360" cy="502920"/>
          </a:xfrm>
          <a:prstGeom prst="rect">
            <a:avLst/>
          </a:prstGeom>
          <a:solidFill>
            <a:srgbClr val="1E3A47"/>
          </a:solidFill>
          <a:ln/>
        </p:spPr>
      </p:sp>
      <p:sp>
        <p:nvSpPr>
          <p:cNvPr id="21" name="Shape 19"/>
          <p:cNvSpPr/>
          <p:nvPr/>
        </p:nvSpPr>
        <p:spPr>
          <a:xfrm>
            <a:off x="4846320" y="2450592"/>
            <a:ext cx="182880" cy="1828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22860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 strategies for performance improvement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2907792"/>
            <a:ext cx="4023360" cy="502920"/>
          </a:xfrm>
          <a:prstGeom prst="rect">
            <a:avLst/>
          </a:prstGeom>
          <a:solidFill>
            <a:srgbClr val="1E3A47"/>
          </a:solidFill>
          <a:ln/>
        </p:spPr>
      </p:sp>
      <p:sp>
        <p:nvSpPr>
          <p:cNvPr id="24" name="Shape 22"/>
          <p:cNvSpPr/>
          <p:nvPr/>
        </p:nvSpPr>
        <p:spPr>
          <a:xfrm>
            <a:off x="4846320" y="3072384"/>
            <a:ext cx="182880" cy="1828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290779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collaboration, code reviews &amp; professional workplace ethics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3529584"/>
            <a:ext cx="4023360" cy="502920"/>
          </a:xfrm>
          <a:prstGeom prst="rect">
            <a:avLst/>
          </a:prstGeom>
          <a:solidFill>
            <a:srgbClr val="1E3A47"/>
          </a:solidFill>
          <a:ln/>
        </p:spPr>
      </p:sp>
      <p:sp>
        <p:nvSpPr>
          <p:cNvPr id="27" name="Shape 25"/>
          <p:cNvSpPr/>
          <p:nvPr/>
        </p:nvSpPr>
        <p:spPr>
          <a:xfrm>
            <a:off x="4846320" y="3694176"/>
            <a:ext cx="182880" cy="1828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8" name="Text 26"/>
          <p:cNvSpPr/>
          <p:nvPr/>
        </p:nvSpPr>
        <p:spPr>
          <a:xfrm>
            <a:off x="5120640" y="3529584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management and problem-solving under real project deadlines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3200400" y="2331720"/>
            <a:ext cx="2743200" cy="45720"/>
          </a:xfrm>
          <a:prstGeom prst="rect">
            <a:avLst/>
          </a:prstGeom>
          <a:solidFill>
            <a:srgbClr val="D9F0F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514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E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Sahan Takhachhen  |  BCA, 7th Semester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8E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College, Banepa  |  Tribhuvan University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F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completed at Mindrisers Tech  •  January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F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Supervision of Mr. Samish Shrestha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907</Words>
  <Application>Microsoft Office PowerPoint</Application>
  <PresentationFormat>On-screen Show (16:9)</PresentationFormat>
  <Paragraphs>158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Backend Internship Report - Tukee Foundation</dc:title>
  <dc:subject>PptxGenJS Presentation</dc:subject>
  <dc:creator>PptxGenJS</dc:creator>
  <cp:lastModifiedBy>Lenovo</cp:lastModifiedBy>
  <cp:revision>3</cp:revision>
  <dcterms:created xsi:type="dcterms:W3CDTF">2026-03-24T19:28:47Z</dcterms:created>
  <dcterms:modified xsi:type="dcterms:W3CDTF">2026-03-24T19:49:46Z</dcterms:modified>
</cp:coreProperties>
</file>